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02A8CCB6-C7C5-49F3-800F-93804BC3486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Executive Dashboard Sample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0F18304-6D08-4BF4-A96C-89E99537DB2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8/1/26 6:19:15 AM CDT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xecutive Summary" id="2" name="slide2">
            <a:extLst>
              <a:ext uri="{FF2B5EF4-FFF2-40B4-BE49-F238E27FC236}">
                <a16:creationId xmlns:a16="http://schemas.microsoft.com/office/drawing/2014/main" id="{79F7A910-951F-4DB6-9EA4-E0B67D6352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2026-08-01T11:19:16Z</dcterms:created>
  <dcterms:modified xsi:type="dcterms:W3CDTF">2026-08-01T11:19:16Z</dcterms:modified>
</cp:coreProperties>
</file>